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1" r:id="rId1"/>
    <p:sldMasterId id="2147483656" r:id="rId2"/>
    <p:sldMasterId id="2147483666" r:id="rId3"/>
  </p:sldMasterIdLst>
  <p:notesMasterIdLst>
    <p:notesMasterId r:id="rId17"/>
  </p:notesMasterIdLst>
  <p:sldIdLst>
    <p:sldId id="267" r:id="rId4"/>
    <p:sldId id="262" r:id="rId5"/>
    <p:sldId id="308" r:id="rId6"/>
    <p:sldId id="298" r:id="rId7"/>
    <p:sldId id="300" r:id="rId8"/>
    <p:sldId id="302" r:id="rId9"/>
    <p:sldId id="303" r:id="rId10"/>
    <p:sldId id="304" r:id="rId11"/>
    <p:sldId id="305" r:id="rId12"/>
    <p:sldId id="295" r:id="rId13"/>
    <p:sldId id="307" r:id="rId14"/>
    <p:sldId id="306" r:id="rId15"/>
    <p:sldId id="268" r:id="rId16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SamsungOne 450C" panose="020B0506030303020204" charset="0"/>
      <p:regular r:id="rId22"/>
    </p:embeddedFont>
    <p:embeddedFont>
      <p:font typeface="SamsungOne 800C" panose="020B0906030303020204" charset="0"/>
      <p:bold r:id="rId23"/>
    </p:embeddedFont>
    <p:embeddedFont>
      <p:font typeface="Tw Cen MT" panose="020B0602020104020603" pitchFamily="34" charset="0"/>
      <p:regular r:id="rId24"/>
      <p:bold r:id="rId25"/>
      <p:italic r:id="rId26"/>
      <p:boldItalic r:id="rId2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46A"/>
    <a:srgbClr val="005FD2"/>
    <a:srgbClr val="FFCC00"/>
    <a:srgbClr val="33CC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0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7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54CC1-97CB-44AD-8DAB-B216F30CF3E3}" type="datetimeFigureOut">
              <a:rPr lang="ru-RU" smtClean="0"/>
              <a:t>25.06.2024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1BEDC-14E0-454C-9320-42DD4A99B1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2682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60B23B0-1F13-4112-BAB2-7DFE67F069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812" y="2213452"/>
            <a:ext cx="6919275" cy="243109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A3525C-0A75-4AFA-928A-2FF8C36764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27" t="1" b="48522"/>
          <a:stretch/>
        </p:blipFill>
        <p:spPr>
          <a:xfrm>
            <a:off x="0" y="4380703"/>
            <a:ext cx="6483302" cy="247729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0F3BD21-8E4F-450A-A941-4D6EBD0AB7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27" t="1" b="48522"/>
          <a:stretch/>
        </p:blipFill>
        <p:spPr>
          <a:xfrm rot="10800000">
            <a:off x="5708698" y="0"/>
            <a:ext cx="6483302" cy="2477297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2270480E-4071-44EF-8953-99F74C2118B2}"/>
              </a:ext>
            </a:extLst>
          </p:cNvPr>
          <p:cNvGrpSpPr/>
          <p:nvPr userDrawn="1"/>
        </p:nvGrpSpPr>
        <p:grpSpPr>
          <a:xfrm rot="5400000">
            <a:off x="442811" y="39917"/>
            <a:ext cx="130630" cy="563076"/>
            <a:chOff x="7081442" y="2246001"/>
            <a:chExt cx="130630" cy="563076"/>
          </a:xfrm>
        </p:grpSpPr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A35741BF-5137-47F4-BFA2-7B2D28079E18}"/>
                </a:ext>
              </a:extLst>
            </p:cNvPr>
            <p:cNvSpPr/>
            <p:nvPr/>
          </p:nvSpPr>
          <p:spPr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A3E7BC5D-47EB-4F1D-9168-9852E8A6BF02}"/>
                </a:ext>
              </a:extLst>
            </p:cNvPr>
            <p:cNvSpPr/>
            <p:nvPr/>
          </p:nvSpPr>
          <p:spPr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7D01966E-7F74-4963-A92C-60DF417CEAE6}"/>
                </a:ext>
              </a:extLst>
            </p:cNvPr>
            <p:cNvSpPr/>
            <p:nvPr/>
          </p:nvSpPr>
          <p:spPr>
            <a:xfrm>
              <a:off x="7081442" y="267844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3E649EAD-0B4A-4E59-A0EA-7F622E0696E2}"/>
              </a:ext>
            </a:extLst>
          </p:cNvPr>
          <p:cNvGrpSpPr/>
          <p:nvPr userDrawn="1"/>
        </p:nvGrpSpPr>
        <p:grpSpPr>
          <a:xfrm rot="5400000">
            <a:off x="1230428" y="39917"/>
            <a:ext cx="130630" cy="563076"/>
            <a:chOff x="7081442" y="2246001"/>
            <a:chExt cx="130630" cy="563076"/>
          </a:xfrm>
        </p:grpSpPr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6A54ED0E-2066-499E-B81C-CB8E0ECD80B4}"/>
                </a:ext>
              </a:extLst>
            </p:cNvPr>
            <p:cNvSpPr/>
            <p:nvPr/>
          </p:nvSpPr>
          <p:spPr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59A5081C-4CAB-4171-8B31-0A82A7E49FC6}"/>
                </a:ext>
              </a:extLst>
            </p:cNvPr>
            <p:cNvSpPr/>
            <p:nvPr/>
          </p:nvSpPr>
          <p:spPr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A547810A-BA0D-4182-9620-51064229B571}"/>
                </a:ext>
              </a:extLst>
            </p:cNvPr>
            <p:cNvSpPr/>
            <p:nvPr/>
          </p:nvSpPr>
          <p:spPr>
            <a:xfrm>
              <a:off x="7081442" y="267844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278870086"/>
      </p:ext>
    </p:extLst>
  </p:cSld>
  <p:clrMapOvr>
    <a:masterClrMapping/>
  </p:clrMapOvr>
  <p:transition spd="slow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t Title 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A3525C-0A75-4AFA-928A-2FF8C36764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27" t="1" b="48522"/>
          <a:stretch/>
        </p:blipFill>
        <p:spPr>
          <a:xfrm>
            <a:off x="0" y="4380703"/>
            <a:ext cx="6483302" cy="247729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0F3BD21-8E4F-450A-A941-4D6EBD0AB7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27" t="1" b="48522"/>
          <a:stretch/>
        </p:blipFill>
        <p:spPr>
          <a:xfrm rot="10800000">
            <a:off x="5708698" y="0"/>
            <a:ext cx="6483302" cy="2477297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2270480E-4071-44EF-8953-99F74C2118B2}"/>
              </a:ext>
            </a:extLst>
          </p:cNvPr>
          <p:cNvGrpSpPr/>
          <p:nvPr userDrawn="1"/>
        </p:nvGrpSpPr>
        <p:grpSpPr>
          <a:xfrm rot="5400000">
            <a:off x="442811" y="39917"/>
            <a:ext cx="130630" cy="563076"/>
            <a:chOff x="7081442" y="2246001"/>
            <a:chExt cx="130630" cy="563076"/>
          </a:xfrm>
        </p:grpSpPr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A35741BF-5137-47F4-BFA2-7B2D28079E18}"/>
                </a:ext>
              </a:extLst>
            </p:cNvPr>
            <p:cNvSpPr/>
            <p:nvPr/>
          </p:nvSpPr>
          <p:spPr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A3E7BC5D-47EB-4F1D-9168-9852E8A6BF02}"/>
                </a:ext>
              </a:extLst>
            </p:cNvPr>
            <p:cNvSpPr/>
            <p:nvPr/>
          </p:nvSpPr>
          <p:spPr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7D01966E-7F74-4963-A92C-60DF417CEAE6}"/>
                </a:ext>
              </a:extLst>
            </p:cNvPr>
            <p:cNvSpPr/>
            <p:nvPr/>
          </p:nvSpPr>
          <p:spPr>
            <a:xfrm>
              <a:off x="7081442" y="267844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3E649EAD-0B4A-4E59-A0EA-7F622E0696E2}"/>
              </a:ext>
            </a:extLst>
          </p:cNvPr>
          <p:cNvGrpSpPr/>
          <p:nvPr userDrawn="1"/>
        </p:nvGrpSpPr>
        <p:grpSpPr>
          <a:xfrm rot="5400000">
            <a:off x="1230428" y="39917"/>
            <a:ext cx="130630" cy="563076"/>
            <a:chOff x="7081442" y="2246001"/>
            <a:chExt cx="130630" cy="563076"/>
          </a:xfrm>
        </p:grpSpPr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6A54ED0E-2066-499E-B81C-CB8E0ECD80B4}"/>
                </a:ext>
              </a:extLst>
            </p:cNvPr>
            <p:cNvSpPr/>
            <p:nvPr/>
          </p:nvSpPr>
          <p:spPr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59A5081C-4CAB-4171-8B31-0A82A7E49FC6}"/>
                </a:ext>
              </a:extLst>
            </p:cNvPr>
            <p:cNvSpPr/>
            <p:nvPr/>
          </p:nvSpPr>
          <p:spPr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A547810A-BA0D-4182-9620-51064229B571}"/>
                </a:ext>
              </a:extLst>
            </p:cNvPr>
            <p:cNvSpPr/>
            <p:nvPr/>
          </p:nvSpPr>
          <p:spPr>
            <a:xfrm>
              <a:off x="7081442" y="267844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393711510"/>
      </p:ext>
    </p:extLst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10B654-93F3-4721-A290-17E9A5184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29703"/>
            <a:ext cx="9144000" cy="136065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B0B30C-7A61-451E-B6EB-667FC2B0DB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82430"/>
            <a:ext cx="9144000" cy="86626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F9A802-5335-40EA-BD36-A4ED6BD71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E34C-0C06-422D-8445-4290A33915A8}" type="datetime1">
              <a:rPr lang="ru-RU" smtClean="0"/>
              <a:t>25.06.2024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CDB0EB-4A6A-49DF-BB01-129F4E140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CE9C39-4E1D-4183-B199-2D081277E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6DE4-523C-4F70-BC59-CD9CEAB9BA4C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1FD7808-0438-4480-A8FF-E29DCEE768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343" y="1300561"/>
            <a:ext cx="4748931" cy="1668543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B6A3ECA7-55A6-499F-A9D9-1D750471B033}"/>
              </a:ext>
            </a:extLst>
          </p:cNvPr>
          <p:cNvGrpSpPr/>
          <p:nvPr userDrawn="1"/>
        </p:nvGrpSpPr>
        <p:grpSpPr>
          <a:xfrm>
            <a:off x="-3" y="0"/>
            <a:ext cx="1670675" cy="6858003"/>
            <a:chOff x="-3" y="0"/>
            <a:chExt cx="1670675" cy="6858003"/>
          </a:xfrm>
        </p:grpSpPr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8AE212CE-0FC5-420D-9D84-5918DF6C608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1" t="1" r="-1" b="54939"/>
            <a:stretch/>
          </p:blipFill>
          <p:spPr>
            <a:xfrm rot="5400000">
              <a:off x="-787109" y="787106"/>
              <a:ext cx="3238008" cy="1663795"/>
            </a:xfrm>
            <a:prstGeom prst="rect">
              <a:avLst/>
            </a:prstGeom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126B2EF5-528E-48A7-99D6-B59B8FCA7C3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1" t="55971" r="-1" b="-1217"/>
            <a:stretch/>
          </p:blipFill>
          <p:spPr>
            <a:xfrm rot="16200000">
              <a:off x="-783667" y="4403663"/>
              <a:ext cx="3238008" cy="1670671"/>
            </a:xfrm>
            <a:prstGeom prst="rect">
              <a:avLst/>
            </a:prstGeom>
          </p:spPr>
        </p:pic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FC771FC9-35A3-436D-A854-D8B38E1D29DC}"/>
              </a:ext>
            </a:extLst>
          </p:cNvPr>
          <p:cNvGrpSpPr/>
          <p:nvPr userDrawn="1"/>
        </p:nvGrpSpPr>
        <p:grpSpPr>
          <a:xfrm rot="10800000">
            <a:off x="10518462" y="0"/>
            <a:ext cx="1670675" cy="6858003"/>
            <a:chOff x="-3" y="0"/>
            <a:chExt cx="1670675" cy="6858003"/>
          </a:xfrm>
        </p:grpSpPr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F2AA09D0-3EFB-4020-ABA8-1616727D98F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1" t="1" r="-1" b="54939"/>
            <a:stretch/>
          </p:blipFill>
          <p:spPr>
            <a:xfrm rot="5400000">
              <a:off x="-787109" y="787106"/>
              <a:ext cx="3238008" cy="1663795"/>
            </a:xfrm>
            <a:prstGeom prst="rect">
              <a:avLst/>
            </a:prstGeom>
          </p:spPr>
        </p:pic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23A28532-EEB2-4885-A3CE-54D0A28DC13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1" t="55971" r="-1" b="-1217"/>
            <a:stretch/>
          </p:blipFill>
          <p:spPr>
            <a:xfrm rot="16200000">
              <a:off x="-783667" y="4403663"/>
              <a:ext cx="3238008" cy="16706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0628948"/>
      </p:ext>
    </p:extLst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268D3F8B-16D9-4FA9-A055-B3C99F9C7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75349-B8FF-4EAF-9758-1B6C76217467}" type="datetime1">
              <a:rPr lang="ru-RU" smtClean="0"/>
              <a:t>25.06.2024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958765E-1D59-4EBD-8B0C-D90EDEBF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4BC9D76-2C00-47FC-B1BC-53DDDD5D7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6DE4-523C-4F70-BC59-CD9CEAB9BA4C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619D724-5309-42B0-9DD6-2097051A2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57907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/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8854032-24A2-4F97-996D-2040FAF5D9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584" y="284686"/>
            <a:ext cx="2256148" cy="792700"/>
          </a:xfrm>
          <a:prstGeom prst="rect">
            <a:avLst/>
          </a:prstGeom>
        </p:spPr>
      </p:pic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1DC89029-5F07-4A38-A938-FF64B8ECC68B}"/>
              </a:ext>
            </a:extLst>
          </p:cNvPr>
          <p:cNvGrpSpPr/>
          <p:nvPr userDrawn="1"/>
        </p:nvGrpSpPr>
        <p:grpSpPr>
          <a:xfrm>
            <a:off x="-3" y="0"/>
            <a:ext cx="1670675" cy="6858003"/>
            <a:chOff x="-3" y="0"/>
            <a:chExt cx="1670675" cy="6858003"/>
          </a:xfrm>
        </p:grpSpPr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75DB9053-9013-4FDD-92DF-75577C95697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1" t="1" r="-1" b="54939"/>
            <a:stretch/>
          </p:blipFill>
          <p:spPr>
            <a:xfrm rot="5400000">
              <a:off x="-787109" y="787106"/>
              <a:ext cx="3238008" cy="1663795"/>
            </a:xfrm>
            <a:prstGeom prst="rect">
              <a:avLst/>
            </a:prstGeom>
          </p:spPr>
        </p:pic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CDC64F56-F9E7-4C31-B78E-F8868BE3D7A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1" t="55971" r="-1" b="-1217"/>
            <a:stretch/>
          </p:blipFill>
          <p:spPr>
            <a:xfrm rot="16200000">
              <a:off x="-783667" y="4403663"/>
              <a:ext cx="3238008" cy="1670671"/>
            </a:xfrm>
            <a:prstGeom prst="rect">
              <a:avLst/>
            </a:prstGeom>
          </p:spPr>
        </p:pic>
      </p:grp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2DA2F168-F001-4186-B20D-6180659ABA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91" t="1" r="-1" b="54939"/>
          <a:stretch/>
        </p:blipFill>
        <p:spPr>
          <a:xfrm rot="16200000">
            <a:off x="9738235" y="4407102"/>
            <a:ext cx="3238008" cy="1663795"/>
          </a:xfrm>
          <a:prstGeom prst="rect">
            <a:avLst/>
          </a:prstGeom>
        </p:spPr>
      </p:pic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478F91C3-DE8F-4010-B841-AD81B2F131AC}"/>
              </a:ext>
            </a:extLst>
          </p:cNvPr>
          <p:cNvGrpSpPr/>
          <p:nvPr userDrawn="1"/>
        </p:nvGrpSpPr>
        <p:grpSpPr>
          <a:xfrm>
            <a:off x="11621299" y="2572948"/>
            <a:ext cx="570701" cy="1712103"/>
            <a:chOff x="11507954" y="2186129"/>
            <a:chExt cx="684046" cy="2052138"/>
          </a:xfrm>
        </p:grpSpPr>
        <p:sp>
          <p:nvSpPr>
            <p:cNvPr id="27" name="Ромб 26">
              <a:extLst>
                <a:ext uri="{FF2B5EF4-FFF2-40B4-BE49-F238E27FC236}">
                  <a16:creationId xmlns:a16="http://schemas.microsoft.com/office/drawing/2014/main" id="{7CD712D0-ABAD-417F-A8DE-F339E8E07BFC}"/>
                </a:ext>
              </a:extLst>
            </p:cNvPr>
            <p:cNvSpPr/>
            <p:nvPr/>
          </p:nvSpPr>
          <p:spPr>
            <a:xfrm>
              <a:off x="11507954" y="2186129"/>
              <a:ext cx="684046" cy="684046"/>
            </a:xfrm>
            <a:prstGeom prst="diamond">
              <a:avLst/>
            </a:prstGeom>
            <a:gradFill>
              <a:gsLst>
                <a:gs pos="0">
                  <a:srgbClr val="0062D9"/>
                </a:gs>
                <a:gs pos="100000">
                  <a:srgbClr val="006BEA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8" name="Ромб 27">
              <a:extLst>
                <a:ext uri="{FF2B5EF4-FFF2-40B4-BE49-F238E27FC236}">
                  <a16:creationId xmlns:a16="http://schemas.microsoft.com/office/drawing/2014/main" id="{A81D116E-2FE6-40DD-870A-A2431AD34AAE}"/>
                </a:ext>
              </a:extLst>
            </p:cNvPr>
            <p:cNvSpPr/>
            <p:nvPr/>
          </p:nvSpPr>
          <p:spPr>
            <a:xfrm>
              <a:off x="11507954" y="2870175"/>
              <a:ext cx="684046" cy="684046"/>
            </a:xfrm>
            <a:prstGeom prst="diamond">
              <a:avLst/>
            </a:prstGeom>
            <a:gradFill>
              <a:gsLst>
                <a:gs pos="0">
                  <a:srgbClr val="0062D9"/>
                </a:gs>
                <a:gs pos="100000">
                  <a:srgbClr val="006BEA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9" name="Ромб 28">
              <a:extLst>
                <a:ext uri="{FF2B5EF4-FFF2-40B4-BE49-F238E27FC236}">
                  <a16:creationId xmlns:a16="http://schemas.microsoft.com/office/drawing/2014/main" id="{5828D169-DE16-4B5D-9C24-2E4D258CB92D}"/>
                </a:ext>
              </a:extLst>
            </p:cNvPr>
            <p:cNvSpPr/>
            <p:nvPr/>
          </p:nvSpPr>
          <p:spPr>
            <a:xfrm>
              <a:off x="11507954" y="3554221"/>
              <a:ext cx="684046" cy="684046"/>
            </a:xfrm>
            <a:prstGeom prst="diamond">
              <a:avLst/>
            </a:prstGeom>
            <a:gradFill>
              <a:gsLst>
                <a:gs pos="0">
                  <a:srgbClr val="0062D9"/>
                </a:gs>
                <a:gs pos="100000">
                  <a:srgbClr val="006BEA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6F82494C-638A-46D7-8F2B-E59AA584B00A}"/>
              </a:ext>
            </a:extLst>
          </p:cNvPr>
          <p:cNvSpPr/>
          <p:nvPr userDrawn="1"/>
        </p:nvSpPr>
        <p:spPr>
          <a:xfrm>
            <a:off x="-3" y="0"/>
            <a:ext cx="12192003" cy="228596"/>
          </a:xfrm>
          <a:prstGeom prst="rect">
            <a:avLst/>
          </a:prstGeom>
          <a:solidFill>
            <a:srgbClr val="0068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492465"/>
      </p:ext>
    </p:extLst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5136E0A-2786-4EE7-B8D1-28A3A5239F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390833"/>
      </p:ext>
    </p:extLst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9CEEEEA-B454-43EA-A738-2FE34DF3CB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169" y="2199702"/>
            <a:ext cx="7035117" cy="247179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ACD29C6-D1D2-4398-B94F-391245B802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08" t="-1" r="589" b="48523"/>
          <a:stretch/>
        </p:blipFill>
        <p:spPr>
          <a:xfrm>
            <a:off x="0" y="4385951"/>
            <a:ext cx="6421426" cy="247205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FBE2EBA-4DDE-446F-984D-3F41D0875D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08" t="-1" r="589" b="48523"/>
          <a:stretch/>
        </p:blipFill>
        <p:spPr>
          <a:xfrm rot="10800000">
            <a:off x="5770574" y="-1"/>
            <a:ext cx="6421426" cy="24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523514"/>
      </p:ext>
    </p:extLst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t Title 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ACD29C6-D1D2-4398-B94F-391245B802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08" t="-1" r="589" b="48523"/>
          <a:stretch/>
        </p:blipFill>
        <p:spPr>
          <a:xfrm>
            <a:off x="0" y="4385951"/>
            <a:ext cx="6421426" cy="247205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FBE2EBA-4DDE-446F-984D-3F41D0875D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08" t="-1" r="589" b="48523"/>
          <a:stretch/>
        </p:blipFill>
        <p:spPr>
          <a:xfrm rot="10800000">
            <a:off x="5770574" y="-1"/>
            <a:ext cx="6421426" cy="24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037543"/>
      </p:ext>
    </p:extLst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10B654-93F3-4721-A290-17E9A5184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29703"/>
            <a:ext cx="9144000" cy="136065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B0B30C-7A61-451E-B6EB-667FC2B0DB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82430"/>
            <a:ext cx="9144000" cy="86626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F9A802-5335-40EA-BD36-A4ED6BD71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E34C-0C06-422D-8445-4290A33915A8}" type="datetime1">
              <a:rPr lang="ru-RU" smtClean="0"/>
              <a:t>25.06.2024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CDB0EB-4A6A-49DF-BB01-129F4E140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CE9C39-4E1D-4183-B199-2D081277E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6DE4-523C-4F70-BC59-CD9CEAB9BA4C}" type="slidenum">
              <a:rPr lang="ru-RU" smtClean="0"/>
              <a:t>‹#›</a:t>
            </a:fld>
            <a:endParaRPr lang="ru-RU"/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82A927BB-4456-4AA2-AF00-6090662CA4DC}"/>
              </a:ext>
            </a:extLst>
          </p:cNvPr>
          <p:cNvGrpSpPr/>
          <p:nvPr userDrawn="1"/>
        </p:nvGrpSpPr>
        <p:grpSpPr>
          <a:xfrm>
            <a:off x="-1" y="9429"/>
            <a:ext cx="1608943" cy="6839144"/>
            <a:chOff x="-1" y="9429"/>
            <a:chExt cx="1608943" cy="6839144"/>
          </a:xfrm>
        </p:grpSpPr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C463AE3D-6F37-4235-8BFD-EBD8FEC3C1B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13961" b="54734"/>
            <a:stretch/>
          </p:blipFill>
          <p:spPr>
            <a:xfrm rot="5400000">
              <a:off x="-1030206" y="1039634"/>
              <a:ext cx="3201056" cy="1140645"/>
            </a:xfrm>
            <a:prstGeom prst="rect">
              <a:avLst/>
            </a:prstGeom>
          </p:spPr>
        </p:pic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2B2F3198-1EA3-4864-9C8E-69839F491D9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55842"/>
            <a:stretch/>
          </p:blipFill>
          <p:spPr>
            <a:xfrm rot="16200000">
              <a:off x="-796056" y="4443574"/>
              <a:ext cx="3201056" cy="1608941"/>
            </a:xfrm>
            <a:prstGeom prst="rect">
              <a:avLst/>
            </a:prstGeom>
          </p:spPr>
        </p:pic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FD1F5E58-08B9-43B6-9CF8-68AF52E6DFA1}"/>
              </a:ext>
            </a:extLst>
          </p:cNvPr>
          <p:cNvGrpSpPr/>
          <p:nvPr userDrawn="1"/>
        </p:nvGrpSpPr>
        <p:grpSpPr>
          <a:xfrm rot="10800000">
            <a:off x="10549328" y="0"/>
            <a:ext cx="1608943" cy="6839144"/>
            <a:chOff x="-1" y="9429"/>
            <a:chExt cx="1608943" cy="6839144"/>
          </a:xfrm>
        </p:grpSpPr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344523D2-5A2A-4FE2-A104-DD929904318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13961" b="54734"/>
            <a:stretch/>
          </p:blipFill>
          <p:spPr>
            <a:xfrm rot="5400000">
              <a:off x="-1030206" y="1039634"/>
              <a:ext cx="3201056" cy="1140645"/>
            </a:xfrm>
            <a:prstGeom prst="rect">
              <a:avLst/>
            </a:prstGeom>
          </p:spPr>
        </p:pic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60F1EB72-0D3C-4CF7-BA89-80474328040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55842"/>
            <a:stretch/>
          </p:blipFill>
          <p:spPr>
            <a:xfrm rot="16200000">
              <a:off x="-796056" y="4443574"/>
              <a:ext cx="3201056" cy="1608941"/>
            </a:xfrm>
            <a:prstGeom prst="rect">
              <a:avLst/>
            </a:prstGeom>
          </p:spPr>
        </p:pic>
      </p:grp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5F5847C-DF9A-4E8F-8AC9-E8FD123264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948" y="1294574"/>
            <a:ext cx="4802576" cy="168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180055"/>
      </p:ext>
    </p:extLst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268D3F8B-16D9-4FA9-A055-B3C99F9C7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75349-B8FF-4EAF-9758-1B6C76217467}" type="datetime1">
              <a:rPr lang="ru-RU" smtClean="0"/>
              <a:t>25.06.2024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958765E-1D59-4EBD-8B0C-D90EDEBF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4BC9D76-2C00-47FC-B1BC-53DDDD5D7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6DE4-523C-4F70-BC59-CD9CEAB9BA4C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619D724-5309-42B0-9DD6-2097051A2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57907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/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EBF6EA5-4E5B-4CD5-90BE-6CA4D9B093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3961" b="54734"/>
          <a:stretch/>
        </p:blipFill>
        <p:spPr>
          <a:xfrm rot="5400000">
            <a:off x="-1030206" y="1039634"/>
            <a:ext cx="3201056" cy="114064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50C46FF-DB49-4C1C-AE2F-D07AD97199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5842"/>
          <a:stretch/>
        </p:blipFill>
        <p:spPr>
          <a:xfrm rot="16200000">
            <a:off x="-796056" y="4443574"/>
            <a:ext cx="3201056" cy="160894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BF37052-BE88-4EBF-AE14-CA53F211E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3961" b="54734"/>
          <a:stretch/>
        </p:blipFill>
        <p:spPr>
          <a:xfrm rot="16200000">
            <a:off x="9987420" y="4668294"/>
            <a:ext cx="3201056" cy="1140645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6E0BA85F-8686-49EF-92CE-C81DFD5434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584" y="284686"/>
            <a:ext cx="2256148" cy="79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409985"/>
      </p:ext>
    </p:extLst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231331F-A4ED-4B6B-A362-4C3311661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603914"/>
      </p:ext>
    </p:extLst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60B23B0-1F13-4112-BAB2-7DFE67F069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813" y="2213452"/>
            <a:ext cx="6919273" cy="243109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A3525C-0A75-4AFA-928A-2FF8C36764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27" t="1" b="48522"/>
          <a:stretch/>
        </p:blipFill>
        <p:spPr>
          <a:xfrm>
            <a:off x="0" y="4380703"/>
            <a:ext cx="6483302" cy="247729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0F3BD21-8E4F-450A-A941-4D6EBD0AB7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27" t="1" b="48522"/>
          <a:stretch/>
        </p:blipFill>
        <p:spPr>
          <a:xfrm rot="10800000">
            <a:off x="5708698" y="0"/>
            <a:ext cx="6483302" cy="2477297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2270480E-4071-44EF-8953-99F74C2118B2}"/>
              </a:ext>
            </a:extLst>
          </p:cNvPr>
          <p:cNvGrpSpPr/>
          <p:nvPr userDrawn="1"/>
        </p:nvGrpSpPr>
        <p:grpSpPr>
          <a:xfrm rot="5400000">
            <a:off x="442811" y="39917"/>
            <a:ext cx="130630" cy="563076"/>
            <a:chOff x="7081442" y="2246001"/>
            <a:chExt cx="130630" cy="563076"/>
          </a:xfrm>
        </p:grpSpPr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A35741BF-5137-47F4-BFA2-7B2D28079E18}"/>
                </a:ext>
              </a:extLst>
            </p:cNvPr>
            <p:cNvSpPr/>
            <p:nvPr/>
          </p:nvSpPr>
          <p:spPr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A3E7BC5D-47EB-4F1D-9168-9852E8A6BF02}"/>
                </a:ext>
              </a:extLst>
            </p:cNvPr>
            <p:cNvSpPr/>
            <p:nvPr/>
          </p:nvSpPr>
          <p:spPr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7D01966E-7F74-4963-A92C-60DF417CEAE6}"/>
                </a:ext>
              </a:extLst>
            </p:cNvPr>
            <p:cNvSpPr/>
            <p:nvPr/>
          </p:nvSpPr>
          <p:spPr>
            <a:xfrm>
              <a:off x="7081442" y="267844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3E649EAD-0B4A-4E59-A0EA-7F622E0696E2}"/>
              </a:ext>
            </a:extLst>
          </p:cNvPr>
          <p:cNvGrpSpPr/>
          <p:nvPr userDrawn="1"/>
        </p:nvGrpSpPr>
        <p:grpSpPr>
          <a:xfrm rot="5400000">
            <a:off x="1230428" y="39917"/>
            <a:ext cx="130630" cy="563076"/>
            <a:chOff x="7081442" y="2246001"/>
            <a:chExt cx="130630" cy="563076"/>
          </a:xfrm>
        </p:grpSpPr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6A54ED0E-2066-499E-B81C-CB8E0ECD80B4}"/>
                </a:ext>
              </a:extLst>
            </p:cNvPr>
            <p:cNvSpPr/>
            <p:nvPr/>
          </p:nvSpPr>
          <p:spPr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59A5081C-4CAB-4171-8B31-0A82A7E49FC6}"/>
                </a:ext>
              </a:extLst>
            </p:cNvPr>
            <p:cNvSpPr/>
            <p:nvPr/>
          </p:nvSpPr>
          <p:spPr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A547810A-BA0D-4182-9620-51064229B571}"/>
                </a:ext>
              </a:extLst>
            </p:cNvPr>
            <p:cNvSpPr/>
            <p:nvPr/>
          </p:nvSpPr>
          <p:spPr>
            <a:xfrm>
              <a:off x="7081442" y="267844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740121415"/>
      </p:ext>
    </p:extLst>
  </p:cSld>
  <p:clrMapOvr>
    <a:masterClrMapping/>
  </p:clrMapOvr>
  <p:transition spd="slow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t Title 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A3525C-0A75-4AFA-928A-2FF8C36764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27" t="1" b="48522"/>
          <a:stretch/>
        </p:blipFill>
        <p:spPr>
          <a:xfrm>
            <a:off x="0" y="4380703"/>
            <a:ext cx="6483302" cy="247729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0F3BD21-8E4F-450A-A941-4D6EBD0AB7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27" t="1" b="48522"/>
          <a:stretch/>
        </p:blipFill>
        <p:spPr>
          <a:xfrm rot="10800000">
            <a:off x="5708698" y="0"/>
            <a:ext cx="6483302" cy="2477297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2270480E-4071-44EF-8953-99F74C2118B2}"/>
              </a:ext>
            </a:extLst>
          </p:cNvPr>
          <p:cNvGrpSpPr/>
          <p:nvPr userDrawn="1"/>
        </p:nvGrpSpPr>
        <p:grpSpPr>
          <a:xfrm rot="5400000">
            <a:off x="442811" y="39917"/>
            <a:ext cx="130630" cy="563076"/>
            <a:chOff x="7081442" y="2246001"/>
            <a:chExt cx="130630" cy="563076"/>
          </a:xfrm>
        </p:grpSpPr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A35741BF-5137-47F4-BFA2-7B2D28079E18}"/>
                </a:ext>
              </a:extLst>
            </p:cNvPr>
            <p:cNvSpPr/>
            <p:nvPr/>
          </p:nvSpPr>
          <p:spPr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A3E7BC5D-47EB-4F1D-9168-9852E8A6BF02}"/>
                </a:ext>
              </a:extLst>
            </p:cNvPr>
            <p:cNvSpPr/>
            <p:nvPr/>
          </p:nvSpPr>
          <p:spPr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7D01966E-7F74-4963-A92C-60DF417CEAE6}"/>
                </a:ext>
              </a:extLst>
            </p:cNvPr>
            <p:cNvSpPr/>
            <p:nvPr/>
          </p:nvSpPr>
          <p:spPr>
            <a:xfrm>
              <a:off x="7081442" y="267844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3E649EAD-0B4A-4E59-A0EA-7F622E0696E2}"/>
              </a:ext>
            </a:extLst>
          </p:cNvPr>
          <p:cNvGrpSpPr/>
          <p:nvPr userDrawn="1"/>
        </p:nvGrpSpPr>
        <p:grpSpPr>
          <a:xfrm rot="5400000">
            <a:off x="1230428" y="39917"/>
            <a:ext cx="130630" cy="563076"/>
            <a:chOff x="7081442" y="2246001"/>
            <a:chExt cx="130630" cy="563076"/>
          </a:xfrm>
        </p:grpSpPr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6A54ED0E-2066-499E-B81C-CB8E0ECD80B4}"/>
                </a:ext>
              </a:extLst>
            </p:cNvPr>
            <p:cNvSpPr/>
            <p:nvPr/>
          </p:nvSpPr>
          <p:spPr>
            <a:xfrm>
              <a:off x="7081443" y="2246001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59A5081C-4CAB-4171-8B31-0A82A7E49FC6}"/>
                </a:ext>
              </a:extLst>
            </p:cNvPr>
            <p:cNvSpPr/>
            <p:nvPr/>
          </p:nvSpPr>
          <p:spPr>
            <a:xfrm>
              <a:off x="7081442" y="247139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A547810A-BA0D-4182-9620-51064229B571}"/>
                </a:ext>
              </a:extLst>
            </p:cNvPr>
            <p:cNvSpPr/>
            <p:nvPr/>
          </p:nvSpPr>
          <p:spPr>
            <a:xfrm>
              <a:off x="7081442" y="2678448"/>
              <a:ext cx="130629" cy="130629"/>
            </a:xfrm>
            <a:prstGeom prst="ellipse">
              <a:avLst/>
            </a:prstGeom>
            <a:noFill/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485152269"/>
      </p:ext>
    </p:extLst>
  </p:cSld>
  <p:clrMapOvr>
    <a:masterClrMapping/>
  </p:clrMapOvr>
  <p:transition spd="slow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10B654-93F3-4721-A290-17E9A5184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29703"/>
            <a:ext cx="9144000" cy="136065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B0B30C-7A61-451E-B6EB-667FC2B0DB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82430"/>
            <a:ext cx="9144000" cy="86626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F9A802-5335-40EA-BD36-A4ED6BD71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E34C-0C06-422D-8445-4290A33915A8}" type="datetime1">
              <a:rPr lang="ru-RU" smtClean="0"/>
              <a:t>25.06.2024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CDB0EB-4A6A-49DF-BB01-129F4E140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CE9C39-4E1D-4183-B199-2D081277E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6DE4-523C-4F70-BC59-CD9CEAB9BA4C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1FD7808-0438-4480-A8FF-E29DCEE768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343" y="1300561"/>
            <a:ext cx="4748930" cy="1668543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B6A3ECA7-55A6-499F-A9D9-1D750471B033}"/>
              </a:ext>
            </a:extLst>
          </p:cNvPr>
          <p:cNvGrpSpPr/>
          <p:nvPr userDrawn="1"/>
        </p:nvGrpSpPr>
        <p:grpSpPr>
          <a:xfrm>
            <a:off x="-3" y="0"/>
            <a:ext cx="1670675" cy="6858003"/>
            <a:chOff x="-3" y="0"/>
            <a:chExt cx="1670675" cy="6858003"/>
          </a:xfrm>
        </p:grpSpPr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8AE212CE-0FC5-420D-9D84-5918DF6C608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1" t="1" r="-1" b="54939"/>
            <a:stretch/>
          </p:blipFill>
          <p:spPr>
            <a:xfrm rot="5400000">
              <a:off x="-787109" y="787106"/>
              <a:ext cx="3238008" cy="1663795"/>
            </a:xfrm>
            <a:prstGeom prst="rect">
              <a:avLst/>
            </a:prstGeom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126B2EF5-528E-48A7-99D6-B59B8FCA7C3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1" t="55971" r="-1" b="-1217"/>
            <a:stretch/>
          </p:blipFill>
          <p:spPr>
            <a:xfrm rot="16200000">
              <a:off x="-783667" y="4403663"/>
              <a:ext cx="3238008" cy="1670671"/>
            </a:xfrm>
            <a:prstGeom prst="rect">
              <a:avLst/>
            </a:prstGeom>
          </p:spPr>
        </p:pic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FC771FC9-35A3-436D-A854-D8B38E1D29DC}"/>
              </a:ext>
            </a:extLst>
          </p:cNvPr>
          <p:cNvGrpSpPr/>
          <p:nvPr userDrawn="1"/>
        </p:nvGrpSpPr>
        <p:grpSpPr>
          <a:xfrm rot="10800000">
            <a:off x="10518462" y="0"/>
            <a:ext cx="1670675" cy="6858003"/>
            <a:chOff x="-3" y="0"/>
            <a:chExt cx="1670675" cy="6858003"/>
          </a:xfrm>
        </p:grpSpPr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F2AA09D0-3EFB-4020-ABA8-1616727D98F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1" t="1" r="-1" b="54939"/>
            <a:stretch/>
          </p:blipFill>
          <p:spPr>
            <a:xfrm rot="5400000">
              <a:off x="-787109" y="787106"/>
              <a:ext cx="3238008" cy="1663795"/>
            </a:xfrm>
            <a:prstGeom prst="rect">
              <a:avLst/>
            </a:prstGeom>
          </p:spPr>
        </p:pic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23A28532-EEB2-4885-A3CE-54D0A28DC13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1" t="55971" r="-1" b="-1217"/>
            <a:stretch/>
          </p:blipFill>
          <p:spPr>
            <a:xfrm rot="16200000">
              <a:off x="-783667" y="4403663"/>
              <a:ext cx="3238008" cy="16706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02360827"/>
      </p:ext>
    </p:extLst>
  </p:cSld>
  <p:clrMapOvr>
    <a:masterClrMapping/>
  </p:clrMapOvr>
  <p:transition spd="slow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268D3F8B-16D9-4FA9-A055-B3C99F9C7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75349-B8FF-4EAF-9758-1B6C76217467}" type="datetime1">
              <a:rPr lang="ru-RU" smtClean="0"/>
              <a:t>25.06.2024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958765E-1D59-4EBD-8B0C-D90EDEBF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4BC9D76-2C00-47FC-B1BC-53DDDD5D7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6DE4-523C-4F70-BC59-CD9CEAB9BA4C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619D724-5309-42B0-9DD6-2097051A2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57907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/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8854032-24A2-4F97-996D-2040FAF5D9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585" y="284686"/>
            <a:ext cx="2256146" cy="792700"/>
          </a:xfrm>
          <a:prstGeom prst="rect">
            <a:avLst/>
          </a:prstGeom>
        </p:spPr>
      </p:pic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1DC89029-5F07-4A38-A938-FF64B8ECC68B}"/>
              </a:ext>
            </a:extLst>
          </p:cNvPr>
          <p:cNvGrpSpPr/>
          <p:nvPr userDrawn="1"/>
        </p:nvGrpSpPr>
        <p:grpSpPr>
          <a:xfrm>
            <a:off x="-3" y="0"/>
            <a:ext cx="1670675" cy="6858003"/>
            <a:chOff x="-3" y="0"/>
            <a:chExt cx="1670675" cy="6858003"/>
          </a:xfrm>
        </p:grpSpPr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75DB9053-9013-4FDD-92DF-75577C95697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1" t="1" r="-1" b="54939"/>
            <a:stretch/>
          </p:blipFill>
          <p:spPr>
            <a:xfrm rot="5400000">
              <a:off x="-787109" y="787106"/>
              <a:ext cx="3238008" cy="1663795"/>
            </a:xfrm>
            <a:prstGeom prst="rect">
              <a:avLst/>
            </a:prstGeom>
          </p:spPr>
        </p:pic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CDC64F56-F9E7-4C31-B78E-F8868BE3D7A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1" t="55971" r="-1" b="-1217"/>
            <a:stretch/>
          </p:blipFill>
          <p:spPr>
            <a:xfrm rot="16200000">
              <a:off x="-783667" y="4403663"/>
              <a:ext cx="3238008" cy="1670671"/>
            </a:xfrm>
            <a:prstGeom prst="rect">
              <a:avLst/>
            </a:prstGeom>
          </p:spPr>
        </p:pic>
      </p:grp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2DA2F168-F001-4186-B20D-6180659ABA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91" t="1" r="-1" b="54939"/>
          <a:stretch/>
        </p:blipFill>
        <p:spPr>
          <a:xfrm rot="16200000">
            <a:off x="9738235" y="4407102"/>
            <a:ext cx="3238008" cy="1663795"/>
          </a:xfrm>
          <a:prstGeom prst="rect">
            <a:avLst/>
          </a:prstGeom>
        </p:spPr>
      </p:pic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DE6FEDBC-E054-46D7-A4B5-BA17161830A3}"/>
              </a:ext>
            </a:extLst>
          </p:cNvPr>
          <p:cNvGrpSpPr/>
          <p:nvPr userDrawn="1"/>
        </p:nvGrpSpPr>
        <p:grpSpPr>
          <a:xfrm>
            <a:off x="11621299" y="2572948"/>
            <a:ext cx="570701" cy="1712103"/>
            <a:chOff x="11507954" y="2186129"/>
            <a:chExt cx="684046" cy="2052138"/>
          </a:xfrm>
        </p:grpSpPr>
        <p:sp>
          <p:nvSpPr>
            <p:cNvPr id="27" name="Ромб 26">
              <a:extLst>
                <a:ext uri="{FF2B5EF4-FFF2-40B4-BE49-F238E27FC236}">
                  <a16:creationId xmlns:a16="http://schemas.microsoft.com/office/drawing/2014/main" id="{C57BA726-7596-4684-987C-0418D082C45A}"/>
                </a:ext>
              </a:extLst>
            </p:cNvPr>
            <p:cNvSpPr/>
            <p:nvPr/>
          </p:nvSpPr>
          <p:spPr>
            <a:xfrm>
              <a:off x="11507954" y="2186129"/>
              <a:ext cx="684046" cy="684046"/>
            </a:xfrm>
            <a:prstGeom prst="diamond">
              <a:avLst/>
            </a:prstGeom>
            <a:gradFill>
              <a:gsLst>
                <a:gs pos="0">
                  <a:srgbClr val="0062D9"/>
                </a:gs>
                <a:gs pos="100000">
                  <a:srgbClr val="006BEA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8" name="Ромб 27">
              <a:extLst>
                <a:ext uri="{FF2B5EF4-FFF2-40B4-BE49-F238E27FC236}">
                  <a16:creationId xmlns:a16="http://schemas.microsoft.com/office/drawing/2014/main" id="{EAC0FEF1-F517-46FA-9D26-8F3BFCF6B2CB}"/>
                </a:ext>
              </a:extLst>
            </p:cNvPr>
            <p:cNvSpPr/>
            <p:nvPr/>
          </p:nvSpPr>
          <p:spPr>
            <a:xfrm>
              <a:off x="11507954" y="2870175"/>
              <a:ext cx="684046" cy="684046"/>
            </a:xfrm>
            <a:prstGeom prst="diamond">
              <a:avLst/>
            </a:prstGeom>
            <a:gradFill>
              <a:gsLst>
                <a:gs pos="0">
                  <a:srgbClr val="0062D9"/>
                </a:gs>
                <a:gs pos="100000">
                  <a:srgbClr val="006BEA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9" name="Ромб 28">
              <a:extLst>
                <a:ext uri="{FF2B5EF4-FFF2-40B4-BE49-F238E27FC236}">
                  <a16:creationId xmlns:a16="http://schemas.microsoft.com/office/drawing/2014/main" id="{4CB5A5B0-D5E2-4D8D-BA2A-CE01675CD744}"/>
                </a:ext>
              </a:extLst>
            </p:cNvPr>
            <p:cNvSpPr/>
            <p:nvPr/>
          </p:nvSpPr>
          <p:spPr>
            <a:xfrm>
              <a:off x="11507954" y="3554221"/>
              <a:ext cx="684046" cy="684046"/>
            </a:xfrm>
            <a:prstGeom prst="diamond">
              <a:avLst/>
            </a:prstGeom>
            <a:gradFill>
              <a:gsLst>
                <a:gs pos="0">
                  <a:srgbClr val="0062D9"/>
                </a:gs>
                <a:gs pos="100000">
                  <a:srgbClr val="006BEA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59F6DE8-3C45-4A77-B595-BE5DECF4CD20}"/>
              </a:ext>
            </a:extLst>
          </p:cNvPr>
          <p:cNvSpPr/>
          <p:nvPr userDrawn="1"/>
        </p:nvSpPr>
        <p:spPr>
          <a:xfrm>
            <a:off x="-3" y="0"/>
            <a:ext cx="12192003" cy="228596"/>
          </a:xfrm>
          <a:prstGeom prst="rect">
            <a:avLst/>
          </a:prstGeom>
          <a:solidFill>
            <a:srgbClr val="0068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842707"/>
      </p:ext>
    </p:extLst>
  </p:cSld>
  <p:clrMapOvr>
    <a:masterClrMapping/>
  </p:clrMapOvr>
  <p:transition spd="slow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45495A5-7BF2-415A-832E-632F6DF4CA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10209"/>
      </p:ext>
    </p:extLst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C148D2-75F5-4968-BF4A-E2A681285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57907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B7E328-62D0-4942-BE8A-B7D45C276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57826"/>
            <a:ext cx="10515600" cy="5019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E75776-B435-4876-8805-6D9ABA1430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BA272BC7-7823-4DF6-81F1-7CEFB7B3C33C}" type="datetime1">
              <a:rPr lang="ru-RU" smtClean="0"/>
              <a:pPr/>
              <a:t>25.06.2024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0CE8DE-F8D7-4826-B98F-926078B07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13D883-9999-4B3C-991A-C0644E176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2D0A6DE4-523C-4F70-BC59-CD9CEAB9BA4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3349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1" r:id="rId2"/>
    <p:sldLayoutId id="2147483663" r:id="rId3"/>
    <p:sldLayoutId id="2147483664" r:id="rId4"/>
    <p:sldLayoutId id="2147483665" r:id="rId5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C148D2-75F5-4968-BF4A-E2A681285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57907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B7E328-62D0-4942-BE8A-B7D45C276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57826"/>
            <a:ext cx="10515600" cy="5019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E75776-B435-4876-8805-6D9ABA1430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72BC7-7823-4DF6-81F1-7CEFB7B3C33C}" type="datetime1">
              <a:rPr lang="ru-RU" smtClean="0"/>
              <a:t>25.06.2024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0CE8DE-F8D7-4826-B98F-926078B07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13D883-9999-4B3C-991A-C0644E176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0A6DE4-523C-4F70-BC59-CD9CEAB9B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2118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3" r:id="rId2"/>
    <p:sldLayoutId id="2147483658" r:id="rId3"/>
    <p:sldLayoutId id="2147483659" r:id="rId4"/>
    <p:sldLayoutId id="2147483660" r:id="rId5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C148D2-75F5-4968-BF4A-E2A681285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57907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B7E328-62D0-4942-BE8A-B7D45C276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57826"/>
            <a:ext cx="10515600" cy="5019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E75776-B435-4876-8805-6D9ABA1430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BA272BC7-7823-4DF6-81F1-7CEFB7B3C33C}" type="datetime1">
              <a:rPr lang="ru-RU" smtClean="0"/>
              <a:pPr/>
              <a:t>25.06.2024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0CE8DE-F8D7-4826-B98F-926078B07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13D883-9999-4B3C-991A-C0644E176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2D0A6DE4-523C-4F70-BC59-CD9CEAB9BA4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9306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0" r:id="rId5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17.jpg"/><Relationship Id="rId7" Type="http://schemas.openxmlformats.org/officeDocument/2006/relationships/image" Target="../media/image21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045" y="2979556"/>
            <a:ext cx="465772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341414"/>
      </p:ext>
    </p:extLst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839171CC-B167-447C-A9FD-65D1523FB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8884-0561-42A9-AF80-F6A6938D0E7A}" type="datetime1">
              <a:rPr lang="ru-RU" smtClean="0"/>
              <a:t>25.06.2024</a:t>
            </a:fld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9035B88-EA81-4BAC-AD5C-7793E9817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6DE4-523C-4F70-BC59-CD9CEAB9BA4C}" type="slidenum">
              <a:rPr lang="ru-RU" smtClean="0"/>
              <a:t>2</a:t>
            </a:fld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926" y="1780408"/>
            <a:ext cx="3530646" cy="786995"/>
          </a:xfrm>
          <a:prstGeom prst="rect">
            <a:avLst/>
          </a:prstGeom>
        </p:spPr>
      </p:pic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C7A9D2AD-DF30-4C73-A4BB-3982C977FA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82430"/>
            <a:ext cx="9144000" cy="1360652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ru-RU" dirty="0"/>
              <a:t>Выполнил:</a:t>
            </a:r>
            <a:br>
              <a:rPr lang="ru-RU" dirty="0"/>
            </a:br>
            <a:r>
              <a:rPr lang="ru-RU" dirty="0"/>
              <a:t>студент 1 курса Бердников А. Д.</a:t>
            </a:r>
          </a:p>
          <a:p>
            <a:pPr algn="r"/>
            <a:r>
              <a:rPr lang="ru-RU" dirty="0"/>
              <a:t>Руководитель:</a:t>
            </a:r>
            <a:br>
              <a:rPr lang="ru-RU" dirty="0"/>
            </a:br>
            <a:r>
              <a:rPr lang="ru-RU" dirty="0"/>
              <a:t>ассистент кафедры ПОАИС Бородина М. Е.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B00FBEDC-BCFE-4B52-9DB8-06E21CB2A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29703"/>
            <a:ext cx="9144000" cy="786995"/>
          </a:xfrm>
        </p:spPr>
        <p:txBody>
          <a:bodyPr>
            <a:noAutofit/>
          </a:bodyPr>
          <a:lstStyle/>
          <a:p>
            <a:r>
              <a:rPr lang="en-US" sz="4800" dirty="0"/>
              <a:t>CoinClassifier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3908832051"/>
      </p:ext>
    </p:extLst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Дата 11">
            <a:extLst>
              <a:ext uri="{FF2B5EF4-FFF2-40B4-BE49-F238E27FC236}">
                <a16:creationId xmlns:a16="http://schemas.microsoft.com/office/drawing/2014/main" id="{91B06868-2016-40DC-8C86-033DFC3ADC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3138" y="6381288"/>
            <a:ext cx="2743200" cy="365125"/>
          </a:xfrm>
        </p:spPr>
        <p:txBody>
          <a:bodyPr/>
          <a:lstStyle/>
          <a:p>
            <a:fld id="{0C944032-3D28-4E68-B92B-ACC4BF1020C3}" type="datetime1">
              <a:rPr lang="ru-RU" smtClean="0"/>
              <a:t>25.06.2024</a:t>
            </a:fld>
            <a:endParaRPr lang="ru-RU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B63018A-8B15-4DE7-972D-2E49BB7F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5538" y="6381288"/>
            <a:ext cx="2743200" cy="365125"/>
          </a:xfrm>
          <a:ln>
            <a:noFill/>
          </a:ln>
        </p:spPr>
        <p:txBody>
          <a:bodyPr/>
          <a:lstStyle/>
          <a:p>
            <a:fld id="{2D0A6DE4-523C-4F70-BC59-CD9CEAB9BA4C}" type="slidenum">
              <a:rPr lang="ru-RU" smtClean="0"/>
              <a:t>3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12D6032-E4FE-42E4-8135-7B32028A8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138" y="390063"/>
            <a:ext cx="9257907" cy="690677"/>
          </a:xfrm>
        </p:spPr>
        <p:txBody>
          <a:bodyPr/>
          <a:lstStyle/>
          <a:p>
            <a:r>
              <a:rPr lang="ru-RU" dirty="0"/>
              <a:t>Проблема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r="3651" b="7289"/>
          <a:stretch/>
        </p:blipFill>
        <p:spPr>
          <a:xfrm>
            <a:off x="10625352" y="524634"/>
            <a:ext cx="1549232" cy="332290"/>
          </a:xfrm>
          <a:prstGeom prst="rect">
            <a:avLst/>
          </a:prstGeom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7AE64839-D8FC-49FA-A0B8-9C688364FC76}"/>
              </a:ext>
            </a:extLst>
          </p:cNvPr>
          <p:cNvSpPr txBox="1">
            <a:spLocks/>
          </p:cNvSpPr>
          <p:nvPr/>
        </p:nvSpPr>
        <p:spPr>
          <a:xfrm>
            <a:off x="863138" y="1399294"/>
            <a:ext cx="5232862" cy="49819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ru-RU" dirty="0"/>
          </a:p>
        </p:txBody>
      </p:sp>
      <p:pic>
        <p:nvPicPr>
          <p:cNvPr id="2" name="Picture 2" descr="Maktun.com">
            <a:extLst>
              <a:ext uri="{FF2B5EF4-FFF2-40B4-BE49-F238E27FC236}">
                <a16:creationId xmlns:a16="http://schemas.microsoft.com/office/drawing/2014/main" id="{5B8FC502-4190-4D83-9AA6-BD2CE9FB5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0965" y="954427"/>
            <a:ext cx="4949146" cy="4949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7AE64839-D8FC-49FA-A0B8-9C688364FC76}"/>
              </a:ext>
            </a:extLst>
          </p:cNvPr>
          <p:cNvSpPr txBox="1">
            <a:spLocks/>
          </p:cNvSpPr>
          <p:nvPr/>
        </p:nvSpPr>
        <p:spPr>
          <a:xfrm>
            <a:off x="1015538" y="1551694"/>
            <a:ext cx="5232862" cy="49819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dirty="0"/>
              <a:t>Отсутствие адаптивности и обновляемости в существующих решениях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27986310"/>
      </p:ext>
    </p:extLst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Дата 11">
            <a:extLst>
              <a:ext uri="{FF2B5EF4-FFF2-40B4-BE49-F238E27FC236}">
                <a16:creationId xmlns:a16="http://schemas.microsoft.com/office/drawing/2014/main" id="{91B06868-2016-40DC-8C86-033DFC3ADC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3138" y="6381288"/>
            <a:ext cx="2743200" cy="365125"/>
          </a:xfrm>
        </p:spPr>
        <p:txBody>
          <a:bodyPr/>
          <a:lstStyle/>
          <a:p>
            <a:fld id="{0C944032-3D28-4E68-B92B-ACC4BF1020C3}" type="datetime1">
              <a:rPr lang="ru-RU" smtClean="0"/>
              <a:t>25.06.2024</a:t>
            </a:fld>
            <a:endParaRPr lang="ru-RU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B63018A-8B15-4DE7-972D-2E49BB7F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5538" y="6381288"/>
            <a:ext cx="2743200" cy="365125"/>
          </a:xfrm>
          <a:ln>
            <a:noFill/>
          </a:ln>
        </p:spPr>
        <p:txBody>
          <a:bodyPr/>
          <a:lstStyle/>
          <a:p>
            <a:fld id="{2D0A6DE4-523C-4F70-BC59-CD9CEAB9BA4C}" type="slidenum">
              <a:rPr lang="ru-RU" smtClean="0"/>
              <a:t>4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12D6032-E4FE-42E4-8135-7B32028A8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138" y="390063"/>
            <a:ext cx="9257907" cy="690677"/>
          </a:xfrm>
        </p:spPr>
        <p:txBody>
          <a:bodyPr/>
          <a:lstStyle/>
          <a:p>
            <a:r>
              <a:rPr lang="ru-RU" dirty="0"/>
              <a:t>Предлагаемое решение (</a:t>
            </a:r>
            <a:r>
              <a:rPr lang="en-US" b="1" dirty="0"/>
              <a:t>MobileNetV3-Large</a:t>
            </a:r>
            <a:r>
              <a:rPr lang="ru-RU" b="1" dirty="0"/>
              <a:t>)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r="3651" b="7289"/>
          <a:stretch/>
        </p:blipFill>
        <p:spPr>
          <a:xfrm>
            <a:off x="10625352" y="524634"/>
            <a:ext cx="1549232" cy="332290"/>
          </a:xfrm>
          <a:prstGeom prst="rect">
            <a:avLst/>
          </a:prstGeom>
        </p:spPr>
      </p:pic>
      <p:sp>
        <p:nvSpPr>
          <p:cNvPr id="9" name="Объект 2">
            <a:extLst>
              <a:ext uri="{FF2B5EF4-FFF2-40B4-BE49-F238E27FC236}">
                <a16:creationId xmlns:a16="http://schemas.microsoft.com/office/drawing/2014/main" id="{3B8A2F85-C047-4D38-BE9B-801404E0BB91}"/>
              </a:ext>
            </a:extLst>
          </p:cNvPr>
          <p:cNvSpPr txBox="1">
            <a:spLocks/>
          </p:cNvSpPr>
          <p:nvPr/>
        </p:nvSpPr>
        <p:spPr>
          <a:xfrm>
            <a:off x="863138" y="1397334"/>
            <a:ext cx="5232862" cy="49882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ru-RU" sz="2400" dirty="0"/>
          </a:p>
        </p:txBody>
      </p:sp>
      <p:pic>
        <p:nvPicPr>
          <p:cNvPr id="11" name="Picture 4" descr="A visual deep-dive into the building blocks of MobileNetV3 -">
            <a:extLst>
              <a:ext uri="{FF2B5EF4-FFF2-40B4-BE49-F238E27FC236}">
                <a16:creationId xmlns:a16="http://schemas.microsoft.com/office/drawing/2014/main" id="{EAA0DC57-9C2D-4409-B6C4-732084727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11" y="971617"/>
            <a:ext cx="5566853" cy="5093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D8EBC55-8612-4068-B2C2-FBB767C56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764" y="2557806"/>
            <a:ext cx="4914304" cy="202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887281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Дата 11">
            <a:extLst>
              <a:ext uri="{FF2B5EF4-FFF2-40B4-BE49-F238E27FC236}">
                <a16:creationId xmlns:a16="http://schemas.microsoft.com/office/drawing/2014/main" id="{91B06868-2016-40DC-8C86-033DFC3ADC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3138" y="6381288"/>
            <a:ext cx="2743200" cy="365125"/>
          </a:xfrm>
        </p:spPr>
        <p:txBody>
          <a:bodyPr/>
          <a:lstStyle/>
          <a:p>
            <a:fld id="{0C944032-3D28-4E68-B92B-ACC4BF1020C3}" type="datetime1">
              <a:rPr lang="ru-RU" smtClean="0"/>
              <a:t>25.06.2024</a:t>
            </a:fld>
            <a:endParaRPr lang="ru-RU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B63018A-8B15-4DE7-972D-2E49BB7F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9445" y="6451947"/>
            <a:ext cx="2743200" cy="365125"/>
          </a:xfrm>
          <a:ln>
            <a:noFill/>
          </a:ln>
        </p:spPr>
        <p:txBody>
          <a:bodyPr/>
          <a:lstStyle/>
          <a:p>
            <a:fld id="{2D0A6DE4-523C-4F70-BC59-CD9CEAB9BA4C}" type="slidenum">
              <a:rPr lang="ru-RU" smtClean="0"/>
              <a:t>5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12D6032-E4FE-42E4-8135-7B32028A8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138" y="390063"/>
            <a:ext cx="9257907" cy="690677"/>
          </a:xfrm>
        </p:spPr>
        <p:txBody>
          <a:bodyPr/>
          <a:lstStyle/>
          <a:p>
            <a:r>
              <a:rPr lang="ru-RU" b="1" dirty="0"/>
              <a:t>Датасет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r="3651" b="7289"/>
          <a:stretch/>
        </p:blipFill>
        <p:spPr>
          <a:xfrm>
            <a:off x="10625352" y="524634"/>
            <a:ext cx="1549232" cy="332290"/>
          </a:xfrm>
          <a:prstGeom prst="rect">
            <a:avLst/>
          </a:prstGeom>
        </p:spPr>
      </p:pic>
      <p:sp>
        <p:nvSpPr>
          <p:cNvPr id="9" name="Объект 2">
            <a:extLst>
              <a:ext uri="{FF2B5EF4-FFF2-40B4-BE49-F238E27FC236}">
                <a16:creationId xmlns:a16="http://schemas.microsoft.com/office/drawing/2014/main" id="{3B8A2F85-C047-4D38-BE9B-801404E0BB91}"/>
              </a:ext>
            </a:extLst>
          </p:cNvPr>
          <p:cNvSpPr txBox="1">
            <a:spLocks/>
          </p:cNvSpPr>
          <p:nvPr/>
        </p:nvSpPr>
        <p:spPr>
          <a:xfrm>
            <a:off x="863138" y="1397334"/>
            <a:ext cx="5232862" cy="49882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dirty="0"/>
              <a:t>Классификация монет Российской Империи</a:t>
            </a:r>
            <a:br>
              <a:rPr lang="ru-RU" dirty="0"/>
            </a:br>
            <a:r>
              <a:rPr lang="ru-RU" dirty="0"/>
              <a:t>(1721-1917гг.)</a:t>
            </a:r>
          </a:p>
          <a:p>
            <a:pPr>
              <a:lnSpc>
                <a:spcPct val="100000"/>
              </a:lnSpc>
            </a:pPr>
            <a:r>
              <a:rPr lang="ru-RU" dirty="0"/>
              <a:t>Сохранены классы, в которых от 50 фотографий</a:t>
            </a:r>
            <a:br>
              <a:rPr lang="ru-RU" dirty="0"/>
            </a:br>
            <a:r>
              <a:rPr lang="ru-RU" dirty="0"/>
              <a:t>(итого 80 классов)</a:t>
            </a:r>
          </a:p>
          <a:p>
            <a:pPr>
              <a:lnSpc>
                <a:spcPct val="100000"/>
              </a:lnSpc>
            </a:pPr>
            <a:endParaRPr lang="ru-RU" sz="24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7802DCE-8BC4-4054-9E4D-87D1C6987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900" y="3166400"/>
            <a:ext cx="2774519" cy="277451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386" y="1461579"/>
            <a:ext cx="3762895" cy="132398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327B5C3-4B0A-4B77-B676-ACCED5EFD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5798" y="3005928"/>
            <a:ext cx="2390493" cy="2390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261813"/>
      </p:ext>
    </p:extLst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Дата 11">
            <a:extLst>
              <a:ext uri="{FF2B5EF4-FFF2-40B4-BE49-F238E27FC236}">
                <a16:creationId xmlns:a16="http://schemas.microsoft.com/office/drawing/2014/main" id="{91B06868-2016-40DC-8C86-033DFC3ADC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3138" y="6381288"/>
            <a:ext cx="2743200" cy="365125"/>
          </a:xfrm>
        </p:spPr>
        <p:txBody>
          <a:bodyPr/>
          <a:lstStyle/>
          <a:p>
            <a:fld id="{0C944032-3D28-4E68-B92B-ACC4BF1020C3}" type="datetime1">
              <a:rPr lang="ru-RU" smtClean="0"/>
              <a:t>25.06.2024</a:t>
            </a:fld>
            <a:endParaRPr lang="ru-RU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B63018A-8B15-4DE7-972D-2E49BB7F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5538" y="6381288"/>
            <a:ext cx="2743200" cy="365125"/>
          </a:xfrm>
          <a:ln>
            <a:noFill/>
          </a:ln>
        </p:spPr>
        <p:txBody>
          <a:bodyPr/>
          <a:lstStyle/>
          <a:p>
            <a:fld id="{2D0A6DE4-523C-4F70-BC59-CD9CEAB9BA4C}" type="slidenum">
              <a:rPr lang="ru-RU" smtClean="0"/>
              <a:t>6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12D6032-E4FE-42E4-8135-7B32028A8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138" y="390063"/>
            <a:ext cx="9257907" cy="690677"/>
          </a:xfrm>
        </p:spPr>
        <p:txBody>
          <a:bodyPr/>
          <a:lstStyle/>
          <a:p>
            <a:r>
              <a:rPr lang="ru-RU" b="1" dirty="0"/>
              <a:t>Датасет (дополнительная информация)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r="3651" b="7289"/>
          <a:stretch/>
        </p:blipFill>
        <p:spPr>
          <a:xfrm>
            <a:off x="10625352" y="524634"/>
            <a:ext cx="1549232" cy="332290"/>
          </a:xfrm>
          <a:prstGeom prst="rect">
            <a:avLst/>
          </a:prstGeom>
        </p:spPr>
      </p:pic>
      <p:sp>
        <p:nvSpPr>
          <p:cNvPr id="9" name="Объект 2">
            <a:extLst>
              <a:ext uri="{FF2B5EF4-FFF2-40B4-BE49-F238E27FC236}">
                <a16:creationId xmlns:a16="http://schemas.microsoft.com/office/drawing/2014/main" id="{3B8A2F85-C047-4D38-BE9B-801404E0BB91}"/>
              </a:ext>
            </a:extLst>
          </p:cNvPr>
          <p:cNvSpPr txBox="1">
            <a:spLocks/>
          </p:cNvSpPr>
          <p:nvPr/>
        </p:nvSpPr>
        <p:spPr>
          <a:xfrm>
            <a:off x="863138" y="1397334"/>
            <a:ext cx="5232862" cy="49882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ru-RU" sz="24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8F104EE-A279-468B-B92D-ECEA13191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70" y="1769680"/>
            <a:ext cx="10733460" cy="3318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61469"/>
      </p:ext>
    </p:extLst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Дата 11">
            <a:extLst>
              <a:ext uri="{FF2B5EF4-FFF2-40B4-BE49-F238E27FC236}">
                <a16:creationId xmlns:a16="http://schemas.microsoft.com/office/drawing/2014/main" id="{91B06868-2016-40DC-8C86-033DFC3ADC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3138" y="6381288"/>
            <a:ext cx="2743200" cy="365125"/>
          </a:xfrm>
        </p:spPr>
        <p:txBody>
          <a:bodyPr/>
          <a:lstStyle/>
          <a:p>
            <a:fld id="{0C944032-3D28-4E68-B92B-ACC4BF1020C3}" type="datetime1">
              <a:rPr lang="ru-RU" smtClean="0"/>
              <a:t>25.06.2024</a:t>
            </a:fld>
            <a:endParaRPr lang="ru-RU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B63018A-8B15-4DE7-972D-2E49BB7F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5538" y="6381288"/>
            <a:ext cx="2743200" cy="365125"/>
          </a:xfrm>
          <a:ln>
            <a:noFill/>
          </a:ln>
        </p:spPr>
        <p:txBody>
          <a:bodyPr/>
          <a:lstStyle/>
          <a:p>
            <a:fld id="{2D0A6DE4-523C-4F70-BC59-CD9CEAB9BA4C}" type="slidenum">
              <a:rPr lang="ru-RU" smtClean="0"/>
              <a:t>7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r="3651" b="7289"/>
          <a:stretch/>
        </p:blipFill>
        <p:spPr>
          <a:xfrm>
            <a:off x="10625352" y="524634"/>
            <a:ext cx="1549232" cy="332290"/>
          </a:xfrm>
          <a:prstGeom prst="rect">
            <a:avLst/>
          </a:prstGeom>
        </p:spPr>
      </p:pic>
      <p:sp>
        <p:nvSpPr>
          <p:cNvPr id="11" name="Заголовок 3">
            <a:extLst>
              <a:ext uri="{FF2B5EF4-FFF2-40B4-BE49-F238E27FC236}">
                <a16:creationId xmlns:a16="http://schemas.microsoft.com/office/drawing/2014/main" id="{20836069-C8D8-4960-940B-376DC6A9C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58300" cy="690563"/>
          </a:xfrm>
        </p:spPr>
        <p:txBody>
          <a:bodyPr/>
          <a:lstStyle/>
          <a:p>
            <a:r>
              <a:rPr lang="ru-RU" b="1" dirty="0"/>
              <a:t>Предобработка данных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F80C35F-2E4A-435E-A946-7EEE7285C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055" y="3127034"/>
            <a:ext cx="2436172" cy="121808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4B51596-C213-44CB-9A73-5CDEB4E8ED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890" y="3127034"/>
            <a:ext cx="2436172" cy="121808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45D0CD5-1736-40E1-8369-05CB48C0D0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889" y="4419112"/>
            <a:ext cx="2424498" cy="1212249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CFB8A42-A408-49C1-A733-D1EE1D5F5B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408" y="4419112"/>
            <a:ext cx="2424498" cy="1212249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AB5F5B5-6A74-47A8-BD7E-4650F50AB4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8241" y="1376088"/>
            <a:ext cx="1514503" cy="1514503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15CEFA0-A777-400C-A3B4-4A6029C3C0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9622" y="1376088"/>
            <a:ext cx="1514503" cy="1514503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D96B9E0D-7DC0-4743-BECC-D74BBAA6D2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2615" y="1055688"/>
            <a:ext cx="4711083" cy="479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307943"/>
      </p:ext>
    </p:extLst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Дата 11">
            <a:extLst>
              <a:ext uri="{FF2B5EF4-FFF2-40B4-BE49-F238E27FC236}">
                <a16:creationId xmlns:a16="http://schemas.microsoft.com/office/drawing/2014/main" id="{91B06868-2016-40DC-8C86-033DFC3ADC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3138" y="6381288"/>
            <a:ext cx="2743200" cy="365125"/>
          </a:xfrm>
        </p:spPr>
        <p:txBody>
          <a:bodyPr/>
          <a:lstStyle/>
          <a:p>
            <a:fld id="{0C944032-3D28-4E68-B92B-ACC4BF1020C3}" type="datetime1">
              <a:rPr lang="ru-RU" smtClean="0"/>
              <a:t>25.06.2024</a:t>
            </a:fld>
            <a:endParaRPr lang="ru-RU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B63018A-8B15-4DE7-972D-2E49BB7F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5538" y="6381288"/>
            <a:ext cx="2743200" cy="365125"/>
          </a:xfrm>
          <a:ln>
            <a:noFill/>
          </a:ln>
        </p:spPr>
        <p:txBody>
          <a:bodyPr/>
          <a:lstStyle/>
          <a:p>
            <a:fld id="{2D0A6DE4-523C-4F70-BC59-CD9CEAB9BA4C}" type="slidenum">
              <a:rPr lang="ru-RU" smtClean="0"/>
              <a:t>8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12D6032-E4FE-42E4-8135-7B32028A8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138" y="390063"/>
            <a:ext cx="9257907" cy="690677"/>
          </a:xfrm>
        </p:spPr>
        <p:txBody>
          <a:bodyPr/>
          <a:lstStyle/>
          <a:p>
            <a:r>
              <a:rPr lang="ru-RU" b="1" dirty="0"/>
              <a:t>Результаты обучения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r="3651" b="7289"/>
          <a:stretch/>
        </p:blipFill>
        <p:spPr>
          <a:xfrm>
            <a:off x="10625352" y="524634"/>
            <a:ext cx="1549232" cy="332290"/>
          </a:xfrm>
          <a:prstGeom prst="rect">
            <a:avLst/>
          </a:prstGeom>
        </p:spPr>
      </p:pic>
      <p:sp>
        <p:nvSpPr>
          <p:cNvPr id="9" name="Объект 2">
            <a:extLst>
              <a:ext uri="{FF2B5EF4-FFF2-40B4-BE49-F238E27FC236}">
                <a16:creationId xmlns:a16="http://schemas.microsoft.com/office/drawing/2014/main" id="{3B8A2F85-C047-4D38-BE9B-801404E0BB91}"/>
              </a:ext>
            </a:extLst>
          </p:cNvPr>
          <p:cNvSpPr txBox="1">
            <a:spLocks/>
          </p:cNvSpPr>
          <p:nvPr/>
        </p:nvSpPr>
        <p:spPr>
          <a:xfrm>
            <a:off x="863138" y="1397334"/>
            <a:ext cx="5232862" cy="49882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ru-RU" sz="24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FFE73A4-2195-48D6-9666-744790828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62" y="1495102"/>
            <a:ext cx="10571876" cy="419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261939"/>
      </p:ext>
    </p:extLst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Дата 11">
            <a:extLst>
              <a:ext uri="{FF2B5EF4-FFF2-40B4-BE49-F238E27FC236}">
                <a16:creationId xmlns:a16="http://schemas.microsoft.com/office/drawing/2014/main" id="{91B06868-2016-40DC-8C86-033DFC3ADC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3138" y="6381288"/>
            <a:ext cx="2743200" cy="365125"/>
          </a:xfrm>
        </p:spPr>
        <p:txBody>
          <a:bodyPr/>
          <a:lstStyle/>
          <a:p>
            <a:fld id="{0C944032-3D28-4E68-B92B-ACC4BF1020C3}" type="datetime1">
              <a:rPr lang="ru-RU" smtClean="0"/>
              <a:t>25.06.2024</a:t>
            </a:fld>
            <a:endParaRPr lang="ru-RU" dirty="0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B63018A-8B15-4DE7-972D-2E49BB7F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5538" y="6381288"/>
            <a:ext cx="2743200" cy="365125"/>
          </a:xfrm>
          <a:ln>
            <a:noFill/>
          </a:ln>
        </p:spPr>
        <p:txBody>
          <a:bodyPr/>
          <a:lstStyle/>
          <a:p>
            <a:fld id="{2D0A6DE4-523C-4F70-BC59-CD9CEAB9BA4C}" type="slidenum">
              <a:rPr lang="ru-RU" smtClean="0"/>
              <a:t>9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12D6032-E4FE-42E4-8135-7B32028A8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138" y="390063"/>
            <a:ext cx="9257907" cy="690677"/>
          </a:xfrm>
        </p:spPr>
        <p:txBody>
          <a:bodyPr/>
          <a:lstStyle/>
          <a:p>
            <a:r>
              <a:rPr lang="ru-RU" b="1" dirty="0"/>
              <a:t>Результаты обучения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r="3651" b="7289"/>
          <a:stretch/>
        </p:blipFill>
        <p:spPr>
          <a:xfrm>
            <a:off x="10625352" y="524634"/>
            <a:ext cx="1549232" cy="332290"/>
          </a:xfrm>
          <a:prstGeom prst="rect">
            <a:avLst/>
          </a:prstGeom>
        </p:spPr>
      </p:pic>
      <p:sp>
        <p:nvSpPr>
          <p:cNvPr id="9" name="Объект 2">
            <a:extLst>
              <a:ext uri="{FF2B5EF4-FFF2-40B4-BE49-F238E27FC236}">
                <a16:creationId xmlns:a16="http://schemas.microsoft.com/office/drawing/2014/main" id="{3B8A2F85-C047-4D38-BE9B-801404E0BB91}"/>
              </a:ext>
            </a:extLst>
          </p:cNvPr>
          <p:cNvSpPr txBox="1">
            <a:spLocks/>
          </p:cNvSpPr>
          <p:nvPr/>
        </p:nvSpPr>
        <p:spPr>
          <a:xfrm>
            <a:off x="863138" y="1397334"/>
            <a:ext cx="5232862" cy="49882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ru-RU" sz="2400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B90C5EE0-F31D-4E47-AC6C-6047F41925DF}"/>
              </a:ext>
            </a:extLst>
          </p:cNvPr>
          <p:cNvSpPr txBox="1">
            <a:spLocks/>
          </p:cNvSpPr>
          <p:nvPr/>
        </p:nvSpPr>
        <p:spPr>
          <a:xfrm>
            <a:off x="838200" y="1274448"/>
            <a:ext cx="8188687" cy="48632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6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0"/>
              </a:rPr>
              <a:t>Accuracy: 0.9049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0"/>
              </a:rPr>
              <a:t>Precision: 0.9018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0"/>
              </a:rPr>
              <a:t>Recall: 0.8939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0"/>
              </a:rPr>
              <a:t>F1_score: 0.8908</a:t>
            </a:r>
          </a:p>
        </p:txBody>
      </p:sp>
    </p:spTree>
    <p:extLst>
      <p:ext uri="{BB962C8B-B14F-4D97-AF65-F5344CB8AC3E}">
        <p14:creationId xmlns:p14="http://schemas.microsoft.com/office/powerpoint/2010/main" val="1669087483"/>
      </p:ext>
    </p:extLst>
  </p:cSld>
  <p:clrMapOvr>
    <a:masterClrMapping/>
  </p:clrMapOvr>
  <p:transition spd="slow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15E9CA6-CAA5-4F5D-9CE0-E637B611A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75349-B8FF-4EAF-9758-1B6C76217467}" type="datetime1">
              <a:rPr lang="ru-RU" smtClean="0"/>
              <a:t>25.06.2024</a:t>
            </a:fld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F932EF3-6030-443D-AF6E-42F48A725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6DE4-523C-4F70-BC59-CD9CEAB9BA4C}" type="slidenum">
              <a:rPr lang="ru-RU" smtClean="0"/>
              <a:t>10</a:t>
            </a:fld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63137E1-8FFA-44C1-B23D-4E1A038A3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Интерфейс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9315272-80AB-4E69-A50B-EEA2D963A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065" y="1055802"/>
            <a:ext cx="7641869" cy="505608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59BDB7A-0A57-466D-BA9C-9FD93474F8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651" b="7289"/>
          <a:stretch/>
        </p:blipFill>
        <p:spPr>
          <a:xfrm>
            <a:off x="10625352" y="524634"/>
            <a:ext cx="1549232" cy="33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761456"/>
      </p:ext>
    </p:extLst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E296494-B8A1-4C5A-9EC5-D48C2CADE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75349-B8FF-4EAF-9758-1B6C76217467}" type="datetime1">
              <a:rPr lang="ru-RU" smtClean="0"/>
              <a:t>25.06.2024</a:t>
            </a:fld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175D8EC-D807-4FF0-82DA-A68223FD9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A6DE4-523C-4F70-BC59-CD9CEAB9BA4C}" type="slidenum">
              <a:rPr lang="ru-RU" smtClean="0"/>
              <a:t>11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E23778B-71C5-4046-8B7A-71EC38D715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651" b="7289"/>
          <a:stretch/>
        </p:blipFill>
        <p:spPr>
          <a:xfrm>
            <a:off x="10625352" y="524634"/>
            <a:ext cx="1549232" cy="33229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EB2B902-29B8-47B4-888A-E1C89D192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183" y="594183"/>
            <a:ext cx="5669634" cy="566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118858"/>
      </p:ext>
    </p:extLst>
  </p:cSld>
  <p:clrMapOvr>
    <a:masterClrMapping/>
  </p:clrMapOvr>
  <p:transition spd="slow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Дата 11">
            <a:extLst>
              <a:ext uri="{FF2B5EF4-FFF2-40B4-BE49-F238E27FC236}">
                <a16:creationId xmlns:a16="http://schemas.microsoft.com/office/drawing/2014/main" id="{91B06868-2016-40DC-8C86-033DFC3ADC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3138" y="6381288"/>
            <a:ext cx="2743200" cy="365125"/>
          </a:xfrm>
        </p:spPr>
        <p:txBody>
          <a:bodyPr/>
          <a:lstStyle/>
          <a:p>
            <a:fld id="{0C944032-3D28-4E68-B92B-ACC4BF1020C3}" type="datetime1">
              <a:rPr lang="ru-RU" smtClean="0"/>
              <a:t>25.06.2024</a:t>
            </a:fld>
            <a:endParaRPr lang="ru-RU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B63018A-8B15-4DE7-972D-2E49BB7F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5538" y="6381288"/>
            <a:ext cx="2743200" cy="365125"/>
          </a:xfrm>
          <a:ln>
            <a:noFill/>
          </a:ln>
        </p:spPr>
        <p:txBody>
          <a:bodyPr/>
          <a:lstStyle/>
          <a:p>
            <a:fld id="{2D0A6DE4-523C-4F70-BC59-CD9CEAB9BA4C}" type="slidenum">
              <a:rPr lang="ru-RU" smtClean="0"/>
              <a:t>12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12D6032-E4FE-42E4-8135-7B32028A8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138" y="390063"/>
            <a:ext cx="9257907" cy="690677"/>
          </a:xfrm>
        </p:spPr>
        <p:txBody>
          <a:bodyPr/>
          <a:lstStyle/>
          <a:p>
            <a:r>
              <a:rPr lang="ru-RU" b="1" dirty="0"/>
              <a:t>Интерфейс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/>
          <a:srcRect r="3651" b="7289"/>
          <a:stretch/>
        </p:blipFill>
        <p:spPr>
          <a:xfrm>
            <a:off x="10625352" y="524634"/>
            <a:ext cx="1549232" cy="332290"/>
          </a:xfrm>
          <a:prstGeom prst="rect">
            <a:avLst/>
          </a:prstGeom>
        </p:spPr>
      </p:pic>
      <p:sp>
        <p:nvSpPr>
          <p:cNvPr id="9" name="Объект 2">
            <a:extLst>
              <a:ext uri="{FF2B5EF4-FFF2-40B4-BE49-F238E27FC236}">
                <a16:creationId xmlns:a16="http://schemas.microsoft.com/office/drawing/2014/main" id="{3B8A2F85-C047-4D38-BE9B-801404E0BB91}"/>
              </a:ext>
            </a:extLst>
          </p:cNvPr>
          <p:cNvSpPr txBox="1">
            <a:spLocks/>
          </p:cNvSpPr>
          <p:nvPr/>
        </p:nvSpPr>
        <p:spPr>
          <a:xfrm>
            <a:off x="863138" y="1397334"/>
            <a:ext cx="5232862" cy="49882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ru-RU" sz="2400" dirty="0"/>
          </a:p>
        </p:txBody>
      </p:sp>
      <p:pic>
        <p:nvPicPr>
          <p:cNvPr id="2" name="video_2024-06-19_09-44-13">
            <a:hlinkClick r:id="" action="ppaction://media"/>
            <a:extLst>
              <a:ext uri="{FF2B5EF4-FFF2-40B4-BE49-F238E27FC236}">
                <a16:creationId xmlns:a16="http://schemas.microsoft.com/office/drawing/2014/main" id="{82892AEA-B68A-4198-9CFF-7EBD1EF48A1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077493" y="605310"/>
            <a:ext cx="2541321" cy="564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274239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23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E9E66B1E-7686-4AAA-8D02-C2BE5B8570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174" y="3239207"/>
            <a:ext cx="2479652" cy="37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298795"/>
      </p:ext>
    </p:extLst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Samsung IT School White">
  <a:themeElements>
    <a:clrScheme name="Другая 1">
      <a:dk1>
        <a:srgbClr val="FFFFF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7E6E6"/>
      </a:hlink>
      <a:folHlink>
        <a:srgbClr val="954F72"/>
      </a:folHlink>
    </a:clrScheme>
    <a:fontScheme name="Samsung Fonts">
      <a:majorFont>
        <a:latin typeface="SamsungOne 800C"/>
        <a:ea typeface=""/>
        <a:cs typeface=""/>
      </a:majorFont>
      <a:minorFont>
        <a:latin typeface="SamsungOne 450C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msung IT School En">
  <a:themeElements>
    <a:clrScheme name="Другая 11">
      <a:dk1>
        <a:srgbClr val="FFFFF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C000"/>
      </a:hlink>
      <a:folHlink>
        <a:srgbClr val="FFC000"/>
      </a:folHlink>
    </a:clrScheme>
    <a:fontScheme name="Samsung Fonts">
      <a:majorFont>
        <a:latin typeface="SamsungOne 800C"/>
        <a:ea typeface=""/>
        <a:cs typeface=""/>
      </a:majorFont>
      <a:minorFont>
        <a:latin typeface="SamsungOne 450C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amsung IT School White En">
  <a:themeElements>
    <a:clrScheme name="Другая 1">
      <a:dk1>
        <a:srgbClr val="FFFFF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7E6E6"/>
      </a:hlink>
      <a:folHlink>
        <a:srgbClr val="954F72"/>
      </a:folHlink>
    </a:clrScheme>
    <a:fontScheme name="Samsung Fonts">
      <a:majorFont>
        <a:latin typeface="SamsungOne 800C"/>
        <a:ea typeface=""/>
        <a:cs typeface=""/>
      </a:majorFont>
      <a:minorFont>
        <a:latin typeface="SamsungOne 450C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1943</TotalTime>
  <Words>109</Words>
  <Application>Microsoft Office PowerPoint</Application>
  <PresentationFormat>Широкоэкранный</PresentationFormat>
  <Paragraphs>42</Paragraphs>
  <Slides>13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Arial</vt:lpstr>
      <vt:lpstr>SamsungOne 800C</vt:lpstr>
      <vt:lpstr>SamsungOne 450C</vt:lpstr>
      <vt:lpstr>Tw Cen MT</vt:lpstr>
      <vt:lpstr>Calibri</vt:lpstr>
      <vt:lpstr>Samsung IT School White</vt:lpstr>
      <vt:lpstr>Samsung IT School En</vt:lpstr>
      <vt:lpstr>Samsung IT School White En</vt:lpstr>
      <vt:lpstr>Презентация PowerPoint</vt:lpstr>
      <vt:lpstr>CoinClassifier</vt:lpstr>
      <vt:lpstr>Проблема</vt:lpstr>
      <vt:lpstr>Предлагаемое решение (MobileNetV3-Large)</vt:lpstr>
      <vt:lpstr>Датасет</vt:lpstr>
      <vt:lpstr>Датасет (дополнительная информация)</vt:lpstr>
      <vt:lpstr>Предобработка данных</vt:lpstr>
      <vt:lpstr>Результаты обучения</vt:lpstr>
      <vt:lpstr>Результаты обучения</vt:lpstr>
      <vt:lpstr>Интерфейс</vt:lpstr>
      <vt:lpstr>Презентация PowerPoint</vt:lpstr>
      <vt:lpstr>Интерфейс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SAMSUNG Presentation</dc:title>
  <dc:creator>Roman Lesovoy</dc:creator>
  <cp:lastModifiedBy>Александр Бердников</cp:lastModifiedBy>
  <cp:revision>80</cp:revision>
  <dcterms:created xsi:type="dcterms:W3CDTF">2020-05-25T08:37:09Z</dcterms:created>
  <dcterms:modified xsi:type="dcterms:W3CDTF">2024-06-25T11:26:38Z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NSCPROP_SA">
    <vt:lpwstr>C:\Users\grebenkina.a\Downloads\SAMSUNG_IT_School_Presentation_Template_2020_PR (2).pptx</vt:lpwstr>
  </property>
</Properties>
</file>